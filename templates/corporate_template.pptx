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F1 - 白色简约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F2 - 浅绿色清新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F3 - 深绿色商务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F4 - 灰色渐变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